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charts/chart6.xml" ContentType="application/vnd.openxmlformats-officedocument.drawingml.chart+xml"/>
  <Override PartName="/ppt/charts/chart7.xml" ContentType="application/vnd.openxmlformats-officedocument.drawingml.chart+xml"/>
  <Override PartName="/ppt/charts/chart8.xml" ContentType="application/vnd.openxmlformats-officedocument.drawingml.chart+xml"/>
  <Override PartName="/ppt/charts/chart9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_rels/chart4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4.xlsx"/></Relationships>
</file>

<file path=ppt/charts/_rels/chart5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5.xlsx"/></Relationships>
</file>

<file path=ppt/charts/_rels/chart6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6.xlsx"/></Relationships>
</file>

<file path=ppt/charts/_rels/chart7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7.xlsx"/></Relationships>
</file>

<file path=ppt/charts/_rels/chart8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8.xlsx"/></Relationships>
</file>

<file path=ppt/charts/_rels/chart9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9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t>Sales by quarter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North</c:v>
                </c:pt>
              </c:strCache>
            </c:strRef>
          </c:tx>
          <c:cat>
            <c:strRef>
              <c:f>Sheet1!$A$2:$A$5</c:f>
              <c:strCache>
                <c:ptCount val="4"/>
                <c:pt idx="0">
                  <c:v>Q1</c:v>
                </c:pt>
                <c:pt idx="1">
                  <c:v>Q2</c:v>
                </c:pt>
                <c:pt idx="2">
                  <c:v>Q3</c:v>
                </c:pt>
                <c:pt idx="3">
                  <c:v>Q4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120</c:v>
                </c:pt>
                <c:pt idx="1">
                  <c:v>135</c:v>
                </c:pt>
                <c:pt idx="2">
                  <c:v>150</c:v>
                </c:pt>
                <c:pt idx="3">
                  <c:v>170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South</c:v>
                </c:pt>
              </c:strCache>
            </c:strRef>
          </c:tx>
          <c:cat>
            <c:strRef>
              <c:f>Sheet1!$A$2:$A$5</c:f>
              <c:strCache>
                <c:ptCount val="4"/>
                <c:pt idx="0">
                  <c:v>Q1</c:v>
                </c:pt>
                <c:pt idx="1">
                  <c:v>Q2</c:v>
                </c:pt>
                <c:pt idx="2">
                  <c:v>Q3</c:v>
                </c:pt>
                <c:pt idx="3">
                  <c:v>Q4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80</c:v>
                </c:pt>
                <c:pt idx="1">
                  <c:v>95</c:v>
                </c:pt>
                <c:pt idx="2">
                  <c:v>110</c:v>
                </c:pt>
                <c:pt idx="3">
                  <c:v>105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t>Visitors</a:t>
            </a:r>
          </a:p>
        </c:rich>
      </c:tx>
      <c:layout/>
      <c:overlay val="0"/>
    </c:title>
    <c:autoTitleDeleted val="0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Visitors</c:v>
                </c:pt>
              </c:strCache>
            </c:strRef>
          </c:tx>
          <c:cat>
            <c:strRef>
              <c:f>Sheet1!$A$2:$A$5</c:f>
              <c:strCache>
                <c:ptCount val="4"/>
                <c:pt idx="0">
                  <c:v>Q1</c:v>
                </c:pt>
                <c:pt idx="1">
                  <c:v>Q2</c:v>
                </c:pt>
                <c:pt idx="2">
                  <c:v>Q3</c:v>
                </c:pt>
                <c:pt idx="3">
                  <c:v>Q4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1000</c:v>
                </c:pt>
                <c:pt idx="1">
                  <c:v>1200</c:v>
                </c:pt>
                <c:pt idx="2">
                  <c:v>900</c:v>
                </c:pt>
                <c:pt idx="3">
                  <c:v>1500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/>
        <c:delete val="0"/>
        <c:axPos val="l"/>
        <c:majorGridlines/>
        <c:majorTickMark val="out"/>
        <c:minorTickMark val="none"/>
        <c:tickLblPos val="nextTo"/>
        <c:crossAx val="2118791784"/>
        <c:crosses val="autoZero"/>
      </c:valAx>
    </c:plotArea>
    <c:legend>
      <c:legendPos val="r"/>
      <c:layout/>
      <c:overlay val="0"/>
    </c:legend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chart>
    <c:title>
      <c:tx>
        <c:rich>
          <a:bodyPr/>
          <a:lstStyle/>
          <a:p>
            <a:r>
              <a:t>Share</a:t>
            </a:r>
          </a:p>
        </c:rich>
      </c:tx>
      <c:layout/>
      <c:overlay val="0"/>
    </c:title>
    <c:autoTitleDeleted val="0"/>
    <c:plotArea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Share</c:v>
                </c:pt>
              </c:strCache>
            </c:strRef>
          </c:tx>
          <c:cat>
            <c:strRef>
              <c:f>Sheet1!$A$2:$A$5</c:f>
              <c:strCache>
                <c:ptCount val="4"/>
                <c:pt idx="0">
                  <c:v>A</c:v>
                </c:pt>
                <c:pt idx="1">
                  <c:v>B</c:v>
                </c:pt>
                <c:pt idx="2">
                  <c:v>C</c:v>
                </c:pt>
                <c:pt idx="3">
                  <c:v>D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40</c:v>
                </c:pt>
                <c:pt idx="1">
                  <c:v>30</c:v>
                </c:pt>
                <c:pt idx="2">
                  <c:v>20</c:v>
                </c:pt>
                <c:pt idx="3">
                  <c:v>10</c:v>
                </c:pt>
              </c:numCache>
            </c:numRef>
          </c:val>
        </c:ser>
      </c:pieChart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t>Mix</a:t>
            </a:r>
          </a:p>
        </c:rich>
      </c:tx>
      <c:layout/>
      <c:overlay val="0"/>
    </c:title>
    <c:autoTitleDeleted val="0"/>
    <c:plotArea>
      <c:barChart>
        <c:barDir val="bar"/>
        <c:grouping val="percentStacked"/>
        <c:ser>
          <c:idx val="0"/>
          <c:order val="0"/>
          <c:tx>
            <c:strRef>
              <c:f>Sheet1!$B$1</c:f>
              <c:strCache>
                <c:ptCount val="1"/>
                <c:pt idx="0">
                  <c:v>Online</c:v>
                </c:pt>
              </c:strCache>
            </c:strRef>
          </c:tx>
          <c:cat>
            <c:strRef>
              <c:f>Sheet1!$A$2:$A$5</c:f>
              <c:strCache>
                <c:ptCount val="4"/>
                <c:pt idx="0">
                  <c:v>Q1</c:v>
                </c:pt>
                <c:pt idx="1">
                  <c:v>Q2</c:v>
                </c:pt>
                <c:pt idx="2">
                  <c:v>Q3</c:v>
                </c:pt>
                <c:pt idx="3">
                  <c:v>Q4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60</c:v>
                </c:pt>
                <c:pt idx="1">
                  <c:v>55</c:v>
                </c:pt>
                <c:pt idx="2">
                  <c:v>70</c:v>
                </c:pt>
                <c:pt idx="3">
                  <c:v>65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Store</c:v>
                </c:pt>
              </c:strCache>
            </c:strRef>
          </c:tx>
          <c:cat>
            <c:strRef>
              <c:f>Sheet1!$A$2:$A$5</c:f>
              <c:strCache>
                <c:ptCount val="4"/>
                <c:pt idx="0">
                  <c:v>Q1</c:v>
                </c:pt>
                <c:pt idx="1">
                  <c:v>Q2</c:v>
                </c:pt>
                <c:pt idx="2">
                  <c:v>Q3</c:v>
                </c:pt>
                <c:pt idx="3">
                  <c:v>Q4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40</c:v>
                </c:pt>
                <c:pt idx="1">
                  <c:v>45</c:v>
                </c:pt>
                <c:pt idx="2">
                  <c:v>30</c:v>
                </c:pt>
                <c:pt idx="3">
                  <c:v>35</c:v>
                </c:pt>
              </c:numCache>
            </c:numRef>
          </c:val>
        </c:ser>
        <c:overlap val="10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b"/>
        <c:majorGridlines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title>
      <c:tx>
        <c:rich>
          <a:bodyPr/>
          <a:lstStyle/>
          <a:p>
            <a:r>
              <a:t>Stacked area</a:t>
            </a:r>
          </a:p>
        </c:rich>
      </c:tx>
      <c:layout/>
      <c:overlay val="0"/>
    </c:title>
    <c:autoTitleDeleted val="0"/>
    <c:plotArea>
      <c:layout/>
      <c:areaChart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</c:v>
                </c:pt>
              </c:strCache>
            </c:strRef>
          </c:tx>
          <c:cat>
            <c:strRef>
              <c:f>Sheet1!$A$2:$A$5</c:f>
              <c:strCache>
                <c:ptCount val="4"/>
                <c:pt idx="0">
                  <c:v>Q1</c:v>
                </c:pt>
                <c:pt idx="1">
                  <c:v>Q2</c:v>
                </c:pt>
                <c:pt idx="2">
                  <c:v>Q3</c:v>
                </c:pt>
                <c:pt idx="3">
                  <c:v>Q4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B</c:v>
                </c:pt>
              </c:strCache>
            </c:strRef>
          </c:tx>
          <c:cat>
            <c:strRef>
              <c:f>Sheet1!$A$2:$A$5</c:f>
              <c:strCache>
                <c:ptCount val="4"/>
                <c:pt idx="0">
                  <c:v>Q1</c:v>
                </c:pt>
                <c:pt idx="1">
                  <c:v>Q2</c:v>
                </c:pt>
                <c:pt idx="2">
                  <c:v>Q3</c:v>
                </c:pt>
                <c:pt idx="3">
                  <c:v>Q4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2</c:v>
                </c:pt>
                <c:pt idx="1">
                  <c:v>2</c:v>
                </c:pt>
                <c:pt idx="2">
                  <c:v>2</c:v>
                </c:pt>
                <c:pt idx="3">
                  <c:v>2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-2101159928"/>
        <c:axId val="-2100718248"/>
      </c:areaChart>
      <c:catAx>
        <c:axId val="-2101159928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crossAx val="-2100718248"/>
        <c:crosses val="autoZero"/>
        <c:auto val="1"/>
        <c:lblAlgn val="ctr"/>
        <c:lblOffset val="100"/>
        <c:noMultiLvlLbl val="0"/>
      </c:catAx>
      <c:valAx>
        <c:axId val="-2100718248"/>
        <c:scaling>
          <c:orientation val="minMax"/>
        </c:scaling>
        <c:delete val="0"/>
        <c:axPos val="l"/>
        <c:majorGridlines/>
        <c:numFmt formatCode="General" sourceLinked="1"/>
        <c:majorTickMark val="out"/>
        <c:minorTickMark val="none"/>
        <c:tickLblPos val="nextTo"/>
        <c:crossAx val="-2101159928"/>
        <c:crosses val="autoZero"/>
        <c:crossBetween val="midCat"/>
      </c:valAx>
    </c:plotArea>
    <c:legend>
      <c:legendPos val="r"/>
      <c:layout/>
      <c:overlay val="0"/>
    </c:legend>
    <c:plotVisOnly val="1"/>
    <c:dispBlanksAs val="zero"/>
    <c:showDLblsOverMax val="0"/>
  </c:chart>
  <c:txPr>
    <a:bodyPr/>
    <a:lstStyle/>
    <a:p>
      <a:pPr>
        <a:defRPr sz="1800"/>
      </a:pPr>
      <a:endParaRPr/>
    </a:p>
  </c:tx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mc:AlternateContent xmlns:mc="http://schemas.openxmlformats.org/markup-compatibility/2006">
    <mc:Choice xmlns:c14="http://schemas.microsoft.com/office/drawing/2007/8/2/chart" Requires="c14">
      <c14:style val="118"/>
    </mc:Choice>
    <mc:Fallback>
      <c:style val="18"/>
    </mc:Fallback>
  </mc:AlternateContent>
  <c:chart>
    <c:title>
      <c:tx>
        <c:rich>
          <a:bodyPr/>
          <a:lstStyle/>
          <a:p>
            <a:r>
              <a:t>Skills</a:t>
            </a:r>
          </a:p>
        </c:rich>
      </c:tx>
      <c:layout/>
      <c:overlay val="0"/>
    </c:title>
    <c:autoTitleDeleted val="0"/>
    <c:plotArea>
      <c:layout/>
      <c:radarChart>
        <c:radarStyle val="marker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Ann</c:v>
                </c:pt>
              </c:strCache>
            </c:strRef>
          </c:tx>
          <c:cat>
            <c:strRef>
              <c:f>Sheet1!$A$2:$A$5</c:f>
              <c:strCache>
                <c:ptCount val="4"/>
                <c:pt idx="0">
                  <c:v>Speed</c:v>
                </c:pt>
                <c:pt idx="1">
                  <c:v>Power</c:v>
                </c:pt>
                <c:pt idx="2">
                  <c:v>Skill</c:v>
                </c:pt>
                <c:pt idx="3">
                  <c:v>Luck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3</c:v>
                </c:pt>
                <c:pt idx="1">
                  <c:v>4</c:v>
                </c:pt>
                <c:pt idx="2">
                  <c:v>5</c:v>
                </c:pt>
                <c:pt idx="3">
                  <c:v>2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Bo</c:v>
                </c:pt>
              </c:strCache>
            </c:strRef>
          </c:tx>
          <c:cat>
            <c:strRef>
              <c:f>Sheet1!$A$2:$A$5</c:f>
              <c:strCache>
                <c:ptCount val="4"/>
                <c:pt idx="0">
                  <c:v>Speed</c:v>
                </c:pt>
                <c:pt idx="1">
                  <c:v>Power</c:v>
                </c:pt>
                <c:pt idx="2">
                  <c:v>Skill</c:v>
                </c:pt>
                <c:pt idx="3">
                  <c:v>Luck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4</c:v>
                </c:pt>
                <c:pt idx="1">
                  <c:v>2</c:v>
                </c:pt>
                <c:pt idx="2">
                  <c:v>3</c:v>
                </c:pt>
                <c:pt idx="3">
                  <c:v>5</c:v>
                </c:pt>
              </c:numCache>
            </c:numRef>
          </c:val>
          <c:smooth val="0"/>
        </c:ser>
        <c:axId val="2073612648"/>
        <c:axId val="-2112772216"/>
      </c:radarChart>
      <c:catAx>
        <c:axId val="2073612648"/>
        <c:scaling>
          <c:orientation val="minMax"/>
        </c:scaling>
        <c:delete val="0"/>
        <c:axPos val="b"/>
        <c:majorGridlines/>
        <c:numFmt formatCode="m/d/yy" sourceLinked="1"/>
        <c:majorTickMark val="out"/>
        <c:minorTickMark val="none"/>
        <c:tickLblPos val="nextTo"/>
        <c:crossAx val="-2112772216"/>
        <c:crosses val="autoZero"/>
        <c:auto val="1"/>
        <c:lblAlgn val="ctr"/>
        <c:lblOffset val="100"/>
        <c:noMultiLvlLbl val="0"/>
      </c:catAx>
      <c:valAx>
        <c:axId val="-2112772216"/>
        <c:scaling>
          <c:orientation val="minMax"/>
        </c:scaling>
        <c:delete val="0"/>
        <c:axPos val="l"/>
        <c:majorGridlines/>
        <c:numFmt formatCode="General" sourceLinked="1"/>
        <c:majorTickMark val="cross"/>
        <c:minorTickMark val="none"/>
        <c:tickLblPos val="nextTo"/>
        <c:crossAx val="2073612648"/>
        <c:crosses val="autoZero"/>
        <c:crossBetween val="between"/>
      </c:valAx>
    </c:plotArea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title>
      <c:tx>
        <c:rich>
          <a:bodyPr/>
          <a:lstStyle/>
          <a:p>
            <a:r>
              <a:t>Rings</a:t>
            </a:r>
          </a:p>
        </c:rich>
      </c:tx>
      <c:layout/>
      <c:overlay val="0"/>
    </c:title>
    <c:autoTitleDeleted val="0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Ring</c:v>
                </c:pt>
              </c:strCache>
            </c:strRef>
          </c:tx>
          <c:cat>
            <c:strRef>
              <c:f>Sheet1!$A$2:$A$4</c:f>
              <c:strCache>
                <c:ptCount val="3"/>
                <c:pt idx="0">
                  <c:v>X</c:v>
                </c:pt>
                <c:pt idx="1">
                  <c:v>Y</c:v>
                </c:pt>
                <c:pt idx="2">
                  <c:v>Z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5</c:v>
                </c:pt>
                <c:pt idx="1">
                  <c:v>3</c:v>
                </c:pt>
                <c:pt idx="2">
                  <c:v>2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  <c:holeSize val="50"/>
      </c:doughnutChart>
    </c:plotArea>
    <c:legend>
      <c:legendPos val="r"/>
      <c:layout/>
      <c:overlay val="0"/>
    </c:legend>
    <c:plotVisOnly val="1"/>
    <c:dispBlanksAs val="gap"/>
    <c:showDLblsOverMax val="0"/>
  </c:chart>
  <c:txPr>
    <a:bodyPr/>
    <a:lstStyle/>
    <a:p>
      <a:pPr>
        <a:defRPr sz="1800"/>
      </a:pPr>
      <a:endParaRPr/>
    </a:p>
  </c:txPr>
  <c:externalData r:id="rId1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>
  <c:chart>
    <c:plotArea>
      <c:scatterChart>
        <c:scatterStyle val="lineMarker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Points</c:v>
                </c:pt>
              </c:strCache>
            </c:strRef>
          </c:tx>
          <c:spPr>
            <a:ln w="47625">
              <a:noFill/>
            </a:ln>
          </c:spPr>
          <c:xVal>
            <c:numRef>
              <c:f>Sheet1!$A$2:$A$4</c:f>
              <c:numCache>
                <c:formatCode>General</c:formatCode>
                <c:ptCount val="3"/>
                <c:pt idx="0">
                  <c:v>1</c:v>
                </c:pt>
                <c:pt idx="1">
                  <c:v>2</c:v>
                </c:pt>
                <c:pt idx="2">
                  <c:v>3</c:v>
                </c:pt>
              </c:numCache>
            </c:numRef>
          </c:xVal>
          <c:yVal>
            <c:numRef>
              <c:f>Sheet1!$B$2:$B$4</c:f>
              <c:numCache>
                <c:formatCode>General</c:formatCode>
                <c:ptCount val="3"/>
                <c:pt idx="0">
                  <c:v>2.5</c:v>
                </c:pt>
                <c:pt idx="1">
                  <c:v>3.5</c:v>
                </c:pt>
                <c:pt idx="2">
                  <c:v>1.25</c:v>
                </c:pt>
              </c:numCache>
            </c:numRef>
          </c:yVal>
          <c:smooth val="0"/>
        </c:ser>
        <c:axId val="-2128940872"/>
        <c:axId val="-2129643912"/>
      </c:scatterChart>
      <c:valAx>
        <c:axId val="-2128940872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crossAx val="-2129643912"/>
        <c:crosses val="autoZero"/>
        <c:crossBetween val="midCat"/>
      </c:valAx>
      <c:valAx>
        <c:axId val="-2129643912"/>
        <c:scaling>
          <c:orientation val="minMax"/>
        </c:scaling>
        <c:delete val="0"/>
        <c:axPos val="l"/>
        <c:majorGridlines/>
        <c:numFmt formatCode="General" sourceLinked="1"/>
        <c:majorTickMark val="out"/>
        <c:minorTickMark val="none"/>
        <c:tickLblPos val="nextTo"/>
        <c:crossAx val="-2128940872"/>
        <c:crosses val="autoZero"/>
        <c:crossBetween val="midCat"/>
      </c:valAx>
    </c:plotArea>
    <c:legend>
      <c:legendPos val="r"/>
      <c:layout/>
      <c:overlay val="0"/>
    </c:legend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9.xml><?xml version="1.0" encoding="utf-8"?>
<c:chartSpace xmlns:c="http://schemas.openxmlformats.org/drawingml/2006/chart" xmlns:a="http://schemas.openxmlformats.org/drawingml/2006/main" xmlns:r="http://schemas.openxmlformats.org/officeDocument/2006/relationships">
  <c:chart>
    <c:autoTitleDeleted val="0"/>
    <c:plotArea>
      <c:layout/>
      <c:bubbl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Cities</c:v>
                </c:pt>
              </c:strCache>
            </c:strRef>
          </c:tx>
          <c:invertIfNegative val="0"/>
          <c:xVal>
            <c:numRef>
              <c:f>Sheet1!$A$2:$A$4</c:f>
              <c:numCache>
                <c:formatCode>General</c:formatCode>
                <c:ptCount val="3"/>
                <c:pt idx="0">
                  <c:v>1</c:v>
                </c:pt>
                <c:pt idx="1">
                  <c:v>2</c:v>
                </c:pt>
                <c:pt idx="2">
                  <c:v>3</c:v>
                </c:pt>
              </c:numCache>
            </c:numRef>
          </c:xVal>
          <c:yVal>
            <c:numRef>
              <c:f>Sheet1!$B$2:$B$4</c:f>
              <c:numCache>
                <c:formatCode>General</c:formatCode>
                <c:ptCount val="3"/>
                <c:pt idx="0">
                  <c:v>10</c:v>
                </c:pt>
                <c:pt idx="1">
                  <c:v>20</c:v>
                </c:pt>
                <c:pt idx="2">
                  <c:v>15</c:v>
                </c:pt>
              </c:numCache>
            </c:numRef>
          </c:yVal>
          <c:bubbleSize>
            <c:numRef>
              <c:f>Sheet1!$C$2:$C$4</c:f>
              <c:numCache>
                <c:formatCode>General</c:formatCode>
                <c:ptCount val="3"/>
                <c:pt idx="0">
                  <c:v>5</c:v>
                </c:pt>
                <c:pt idx="1">
                  <c:v>15</c:v>
                </c:pt>
                <c:pt idx="2">
                  <c:v>10</c:v>
                </c:pt>
              </c:numCache>
            </c:numRef>
          </c:bubbleSize>
          <c:bubble3D val="0"/>
        </c:ser>
        <c:dLbls>
          <c:showLegendKey val="0"/>
          <c:showVal val="0"/>
          <c:showCatName val="0"/>
          <c:showSerName val="0"/>
          <c:showPercent val="0"/>
          <c:showBubbleSize val="0"/>
        </c:dLbls>
        <c:bubbleScale val="100"/>
        <c:showNegBubbles val="0"/>
        <c:axId val="-2115720072"/>
        <c:axId val="-2115723560"/>
      </c:bubbleChart>
      <c:valAx>
        <c:axId val="-2115720072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crossAx val="-2115723560"/>
        <c:crosses val="autoZero"/>
        <c:crossBetween val="midCat"/>
      </c:valAx>
      <c:valAx>
        <c:axId val="-2115723560"/>
        <c:scaling>
          <c:orientation val="minMax"/>
        </c:scaling>
        <c:delete val="0"/>
        <c:axPos val="l"/>
        <c:majorGridlines/>
        <c:numFmt formatCode="General" sourceLinked="1"/>
        <c:majorTickMark val="out"/>
        <c:minorTickMark val="none"/>
        <c:tickLblPos val="nextTo"/>
        <c:crossAx val="-2115720072"/>
        <c:crosses val="autoZero"/>
        <c:crossBetween val="midCat"/>
      </c:valAx>
    </c:plotArea>
    <c:legend>
      <c:legendPos val="r"/>
      <c:layout/>
      <c:overlay val="0"/>
    </c:legend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chart" Target="../charts/char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chart" Target="../charts/char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chart" Target="../charts/chart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chart" Target="../charts/chart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chart" Target="../charts/chart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chart" Target="../charts/chart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chart" Target="../charts/char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chart" Target="../charts/chart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chart" Target="../charts/chart9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Sales by quarter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914400" y="1371600"/>
          <a:ext cx="7315200" cy="45720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Visitors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914400" y="1371600"/>
          <a:ext cx="7315200" cy="45720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Share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914400" y="1371600"/>
          <a:ext cx="7315200" cy="45720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Mix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914400" y="1371600"/>
          <a:ext cx="7315200" cy="45720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Stacked area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914400" y="1371600"/>
          <a:ext cx="7315200" cy="45720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Skills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914400" y="1371600"/>
          <a:ext cx="7315200" cy="45720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Rings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914400" y="1371600"/>
          <a:ext cx="7315200" cy="45720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Scatter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914400" y="1371600"/>
          <a:ext cx="7315200" cy="45720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Bubbles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914400" y="1371600"/>
          <a:ext cx="7315200" cy="45720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